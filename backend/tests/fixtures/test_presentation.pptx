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emphasize vector embeddings and pgvector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NeuroFlow PPTX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Task 4 Presentation Extraction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