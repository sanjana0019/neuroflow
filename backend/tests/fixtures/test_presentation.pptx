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Remember to emphasize vector embeddings and pgvector storage.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5486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NeuroFlow PPTX Test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5486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Task 4 Presentation Extraction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